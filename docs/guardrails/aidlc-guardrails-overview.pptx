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658368"/>
            <a:ext cx="420624" cy="5120640"/>
          </a:xfrm>
          <a:prstGeom prst="roundRect">
            <a:avLst>
              <a:gd name="adj" fmla="val 17391"/>
            </a:avLst>
          </a:prstGeom>
          <a:solidFill>
            <a:srgbClr val="C87224"/>
          </a:solidFill>
          <a:ln w="12700">
            <a:solidFill>
              <a:srgbClr val="C872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1880" y="1005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AIDLC Guardrails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39312" y="16276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계약, 리버스 스펙, smoke, hook, CI가 어떻게 연결되는지 설명하는 운영 자료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39312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saftysite-real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39312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contract + recovery slice + batch record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scripts/generateGuardrailsOverviewDeck.ts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한 줄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구조는 3층 역할 분리로 돌아간다.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9961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Top-level Feature Contract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299923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Smoke와 push gating 단위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umbrella contract id를 유지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admin-control-center, quarterly-report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37160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149961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Recovery Slice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1810512"/>
            <a:ext cx="299923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spec와 세부 회귀 단위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하나의 주 사용자 목표 + 하나의 주 state/controller 소유권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quarterly-editor-source-sync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4996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Record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810512"/>
            <a:ext cx="254203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무엇을 바꿨는지와 검증 결과 기록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작업 로그와 residual debt 보관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Smoke/CI 단위는 기존 top-level contract를 유지해서 운영 비용을 안정화했다.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spec은 더 작은 recovery slice로 내려서 재구성 정확도를 높였다.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첫 migration wave는 admin-control-center, quarterly-report, site-report-list, mobile-link에 적용되어 있다.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전체 구조도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코드 변경은 metadata를 통해 contract/slice/smoke/doc으로 연결된다.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9601200" cy="4526280"/>
          </a:xfrm>
          <a:prstGeom prst="roundRect">
            <a:avLst>
              <a:gd name="adj" fmla="val 1616"/>
            </a:avLst>
          </a:prstGeom>
          <a:solidFill>
            <a:srgbClr val="FFFDFC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8961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top-level feature contract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smoke id / guarded ownership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recovery slice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reverse spec / invariants / targeted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batch record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-&gt; what changed / what passed / what is blocked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local hooks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pre-commit -&gt; verify:aidlc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pre-push   -&gt; verify:aidlc:push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remote 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.github/workflows/aidlc.yml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실행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커밋 전, 푸시 전, CI에서 서로 다른 레벨의 가드가 돈다.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4533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Pre-commit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2999232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`.githooks/pre-commit`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`npm run verify:aidlc`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proof/doc 동반 여부 검사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recovery-slice validation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`tsc`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audit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4173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154533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Pre-push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1856232"/>
            <a:ext cx="2999232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`.githooks/pre-push`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`npm run verify:aidlc:push`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변경 파일 -&gt; contract metadata 매핑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필요한 smoke id만 실행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로컬 앱 가용성 확인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4173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54533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856232"/>
            <a:ext cx="2542032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`.github/workflows/aidlc.yml`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files 재계산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verify:aidlc equivalent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verify:aidlc:push equivalent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로컬 훅 우회 방지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파일 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파일은 네 묶음으로 보면 이해가 가장 쉽다.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계약과 메타데이터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`tests/client/contracts/adminContracts.ts`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`tests/client/contracts/erpContracts.ts`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`tests/client/featureContracts.ts`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`tests/client/contracts/featureContractMetadata.json`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45389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검증 스크립트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76479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`scripts/verifyAidlc.mjs`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`scripts/verifyAidlcPush.mjs`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`scripts/validateRecoverySlices.mjs`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`scripts/aidlcAudit.mjs`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6484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설명과 문서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5935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`ARCHITECTURE.md`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`docs/reverse-specs/README.md`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`docs/reverse-specs/feature-inventory.md`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`docs/admin-aidlc/batch-47-feature-contract-recovery-slices.md`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5204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36484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실행/증거 레이어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95935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`.githooks/pre-commit` / `pre-push`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`.github/workflows/aidlc.yml`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`tests/client/runSmoke.ts`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`tests/client/admin/*.spec.ts`, `tests/client/erp/*.spec.ts`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현재 managed 범위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top-level contracts 4개, managed recovery slices 10개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663440" cy="3840480"/>
          </a:xfrm>
          <a:prstGeom prst="roundRect">
            <a:avLst>
              <a:gd name="adj" fmla="val 1905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910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첫 migration wave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4462272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admin-control-center: admin-overview-dashboard, admin-analytics-dashboard, admin-photo-admin-flow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site-report-list: site-report-index, tech-guidance-create-dialog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4663440" cy="3840480"/>
          </a:xfrm>
          <a:prstGeom prst="roundRect">
            <a:avLst>
              <a:gd name="adj" fmla="val 1905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96712" y="15910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같이 관리되는 slice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23560" y="1901952"/>
            <a:ext cx="4462272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mobile-link: mobile-link-session-shell, mobile-inspection-step7-doc7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quarterly-report: quarterly-list-create, quarterly-editor-source-sync, quarterly-export-and-pdf-reuse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지속가능성 판단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틀은 세워졌지만, 저장소 전체 자동 유지 단계는 아직 아니다.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지금 자동으로 유지되는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4370832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guarded file -&gt; contract 매핑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-&gt; smoke id 매핑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slice -&gt; reverse spec path/header/inventory 정합성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registry id와 metadata id 집합 정합성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아직 더 필요한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856232"/>
            <a:ext cx="4370832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남은 legacy contract들의 managed migration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umbrella reverse spec 분해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doc 연계 강제 강화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공용 계층 ownership 세분화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변경할 때 체크리스트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기능보다 중요한 것은 변경 단위를 올바르게 고르는 것이다.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9692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영향받는 top-level feature contract를 식별한다.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영향받는 recovery slice를 식별한다.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managed slice라면 reverse spec도 같이 갱신한다.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smoke가 필요한 visible flow인지 확인하고 기존 smoke를 유지하거나 보강한다.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batch doc에 실제 검증 결과와 blocker를 기록한다.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verify:aidlc / verify:aidlc:push / CI가 같은 판단을 하도록 metadata를 기준으로 수정한다.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Guardrails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참고 파일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자세한 설명은 Markdown 설명서를 같이 본다.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docs/guardrails/aidlc-guardrails-overview.md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tests/client/contracts/featureContractMetadata.json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scripts/validateRecoverySlices.mjs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scripts/verifyAidlc.mjs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scripts/verifyAidlcPush.mjs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docs/reverse-specs/feature-inventory.md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ARCHITECTURE.md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scripts/generateGuardrailsOverviewDeck.ts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AIDLC Guardrails Overview</dc:title>
  <dc:subject>AIDLC guardrails overview</dc:subject>
  <dc:creator>Codex</dc:creator>
  <cp:lastModifiedBy>Codex</cp:lastModifiedBy>
  <cp:revision>1</cp:revision>
  <dcterms:created xsi:type="dcterms:W3CDTF">2026-04-21T10:35:03Z</dcterms:created>
  <dcterms:modified xsi:type="dcterms:W3CDTF">2026-04-21T10:35:03Z</dcterms:modified>
</cp:coreProperties>
</file>