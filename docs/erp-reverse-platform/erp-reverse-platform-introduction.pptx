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18384F"/>
          </a:solidFill>
          <a:ln w="12700">
            <a:solidFill>
              <a:srgbClr val="1838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79776" y="713232"/>
            <a:ext cx="438912" cy="5212080"/>
          </a:xfrm>
          <a:prstGeom prst="roundRect">
            <a:avLst>
              <a:gd name="adj" fmla="val 18750"/>
            </a:avLst>
          </a:prstGeom>
          <a:solidFill>
            <a:srgbClr val="BA6326"/>
          </a:solidFill>
          <a:ln w="12700">
            <a:solidFill>
              <a:srgbClr val="BA63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11880" y="98755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ERP Reverse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Intro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39312" y="188366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가드레일, recovery slice, reusable module, API, server, 성능 budget까지 한 번에 설명하는 온보딩 deck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39312" y="2615184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BA63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12464" y="2679192"/>
            <a:ext cx="1728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6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current-product recovery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50992" y="2615184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BA63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24144" y="2679192"/>
            <a:ext cx="1728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6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ERP modules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62672" y="2615184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2E4D6"/>
          </a:solidFill>
          <a:ln w="12700">
            <a:solidFill>
              <a:srgbClr val="BA63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35824" y="2679192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6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+ server + budgets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39312" y="324612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saftysite-real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from scripts/generateErpReversePlatformIntroDeck.ts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Why Split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복구용 reverse와 재사용용 reverse가 같은 단위로 움직이면 목적이 섞인다.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3154680" cy="233172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53896"/>
            <a:ext cx="2825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Current-Product Recovery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28216"/>
            <a:ext cx="300837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Top-level feature contract + recovery slice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앱 회귀 방지와 faithful rebuild 담당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예: admin-overview-dashboard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질문: 지금 화면을 똑같이 어떻게 복원하나?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41648" y="1325880"/>
            <a:ext cx="3154680" cy="233172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453896"/>
            <a:ext cx="2825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Reusable ERP Reverse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0" y="1728216"/>
            <a:ext cx="300837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primitive + business module + pack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다른 산업 ERP로 옮길 수 있는 capability 추출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예: operations-dashboard.queue-overview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질문: 어떤 capability를 재조립 가능한가?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24928" y="13258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1453896"/>
            <a:ext cx="2185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0" y="1728216"/>
            <a:ext cx="236829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화면명과 모듈명이 분리된다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라우트가 바뀌어도 module id는 유지된다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API와 server도 capability 기준으로 묶인다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4023360"/>
            <a:ext cx="9235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slice는 source evidence이고, reverse module은 cross-industry catalog 단위다.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 분리가 있어야 no-code import처럼 capability 단위로 가져갈 수 있다.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Full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저장소에서 어떤 파일이 어떤 역할을 가지는지 구조로 본다.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2331720" cy="246888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08176"/>
            <a:ext cx="2002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82496"/>
            <a:ext cx="2185416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tests/client/contracts/*.ts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featureContractMetadata.json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docs/reverse-specs/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verify:aidlc / smoke / CI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280160"/>
            <a:ext cx="2331720" cy="246888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1408176"/>
            <a:ext cx="2002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Reverse 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73552" y="1682496"/>
            <a:ext cx="2185416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docs/erp-reverse-platform/modules/*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adapters / industry-packs / compositions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provenance map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validate:erp-reverse-platform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42432" y="1280160"/>
            <a:ext cx="2331720" cy="246888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07024" y="1408176"/>
            <a:ext cx="2002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Server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15584" y="1682496"/>
            <a:ext cx="2185416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app/api/safety/[...path]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app/api/admin/**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app/api/photos/**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app/api/documents/**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84464" y="1280160"/>
            <a:ext cx="1828800" cy="2468880"/>
          </a:xfrm>
          <a:prstGeom prst="roundRect">
            <a:avLst>
              <a:gd name="adj" fmla="val 4000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9056" y="1408176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Server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57616" y="1682496"/>
            <a:ext cx="1682496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server/admin/**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server/photos/**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server/documents/**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scripts/probeSafetyApiLive.ts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" y="4096512"/>
            <a:ext cx="9189720" cy="1325880"/>
          </a:xfrm>
          <a:prstGeom prst="roundRect">
            <a:avLst>
              <a:gd name="adj" fmla="val 5517"/>
            </a:avLst>
          </a:prstGeom>
          <a:solidFill>
            <a:srgbClr val="FFFDFC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498848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6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workflow: guarded file change -&gt; recovery slice -&gt; reverse module -&gt; API contract / server touchpoint / performance guardrail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Request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브라우저에서 시작한 호출이 어디를 지나 현재 server 코드에 도착하는지 보여준다.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68096" y="1298448"/>
            <a:ext cx="9281160" cy="4498848"/>
          </a:xfrm>
          <a:prstGeom prst="roundRect">
            <a:avLst>
              <a:gd name="adj" fmla="val 1626"/>
            </a:avLst>
          </a:prstGeom>
          <a:solidFill>
            <a:srgbClr val="FFFDFC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87782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6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browser feature /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6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feature hook / client api helper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6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Next app/api route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6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-&gt; proxy route: /api/safety/* -&gt; external FastAPI /api/v1/*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6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-&gt; local Next route: /api/admin/*, /api/photos/*, /api/documents/*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6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server/** helper or upstream ERP service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6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normalized response returns to the client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6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reverse module describes the stable capability boundary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498348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proxy-backed ERP flows는 현재 저장소 밖의 FastAPI도 포함한다.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admin/photos/documents는 이 저장소 안의 Next route + server helper 비중이 더 크다.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Server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처음 볼 때 가장 자주 찾게 되는 server 진입점들을 기능군으로 묶는다.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26464"/>
            <a:ext cx="2002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Proxy Entry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00784"/>
            <a:ext cx="2185416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app/api/safety/[...path]/route.ts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외부 FastAPI로 프록시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일부 admin cache invalidation 트리거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18688" y="1298448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426464"/>
            <a:ext cx="2002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1700784"/>
            <a:ext cx="2185416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app/api/admin/dashboard/**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server/admin/overviewRouteCache.ts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server/admin/analyticsSnapshot.ts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79008" y="1298448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426464"/>
            <a:ext cx="2002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Photos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52160" y="1700784"/>
            <a:ext cx="2185416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app/api/photos/**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server/photos/service.ts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server/photos/album.ts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39328" y="1298448"/>
            <a:ext cx="1828800" cy="2057400"/>
          </a:xfrm>
          <a:prstGeom prst="roundRect">
            <a:avLst>
              <a:gd name="adj" fmla="val 4000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426464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1700784"/>
            <a:ext cx="1682496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app/api/documents/quarterly/**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server/documents/quarterly/requestResolver.ts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server/documents/quarterly/hwpx.ts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886200"/>
            <a:ext cx="8961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overview/analytics는 cache와 fallback merge가 핵심이다.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photos는 context preservation과 bulk action semantics가 핵심이다.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documents는 save-before-export와 fallback reuse가 핵심이다.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Module Anatomy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module은 이제 개념 설명이 아니라 API/server/performance 정보까지 가진다.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26464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module.md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00784"/>
            <a:ext cx="259689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/ State Model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Touchpoints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Guardrails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Invariants / Industry Variability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30168" y="1298448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426464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module.manifest.json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1700784"/>
            <a:ext cx="259689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sourceSlices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apiContracts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serverTouchpoints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performanceGuardrails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/ industry surfaces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01968" y="1298448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426464"/>
            <a:ext cx="2916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Starter Stats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1700784"/>
            <a:ext cx="309981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published modules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API contracts mapped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performance guardrails mapped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fails if these are missing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" y="4005072"/>
            <a:ext cx="9098280" cy="1207008"/>
          </a:xfrm>
          <a:prstGeom prst="roundRect">
            <a:avLst>
              <a:gd name="adj" fmla="val 6061"/>
            </a:avLst>
          </a:prstGeom>
          <a:solidFill>
            <a:srgbClr val="F2E4D6"/>
          </a:solidFill>
          <a:ln w="12700">
            <a:solidFill>
              <a:srgbClr val="BA63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4407408"/>
            <a:ext cx="8641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A632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practical rule: capability -&gt; endpoint -&gt; request/response -&gt; server file -&gt; performance budget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Example Mapping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앱 기능이 reusable module로 어떻게 올라가는지 대표 사례로 본다.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2971800" cy="2880360"/>
          </a:xfrm>
          <a:prstGeom prst="roundRect">
            <a:avLst>
              <a:gd name="adj" fmla="val 2540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26464"/>
            <a:ext cx="2642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00784"/>
            <a:ext cx="2825496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slice: admin-overview-dashboard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module: operations-dashboard.queue-overview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API: GET /api/admin/dashboard/overview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server: overview route + route cache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budget: 7000ms / 2500000 bytes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13048" y="1298448"/>
            <a:ext cx="2971800" cy="2880360"/>
          </a:xfrm>
          <a:prstGeom prst="roundRect">
            <a:avLst>
              <a:gd name="adj" fmla="val 2540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1426464"/>
            <a:ext cx="2642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Quarterly Source Sync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86200" y="1700784"/>
            <a:ext cx="2825496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slice: quarterly-editor-source-sync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module: periodic-report.source-sync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API: report by key + quarterly summary seed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server: /api/safety proxy -&gt; FastAPI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budget: 2500ms lookup / 5000ms seed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67728" y="1298448"/>
            <a:ext cx="2880360" cy="2880360"/>
          </a:xfrm>
          <a:prstGeom prst="roundRect">
            <a:avLst>
              <a:gd name="adj" fmla="val 2540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426464"/>
            <a:ext cx="2551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Photo Review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700784"/>
            <a:ext cx="2734056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slice: admin-photo-admin-flow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module: asset-review.photo-workbench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API: /api/photos + upload + download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server: photos route + service + album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budget: 3000ms list / 45000ms upload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4526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중요한 점은 현재 화면 이름이 아니라 capability 이름으로 올라간다는 점이다.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route/file 구조가 바뀌어도 module id와 expected behavior는 계속 유지된다.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Sustainability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지속가능성은 validator, provenance, live budget probe가 같이 돌 때 생긴다.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26464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validate:recovery-slices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00784"/>
            <a:ext cx="2596896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guarded file -&gt; recovery slice mapping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reverse spec header / inventory check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current-product recovery freshness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30168" y="1298448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426464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validate:erp-reverse-platform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1700784"/>
            <a:ext cx="2596896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module/doc pair completeness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API/server/performance coverage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provenance links currently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01968" y="1298448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426464"/>
            <a:ext cx="2916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verify:api-live-budgets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1700784"/>
            <a:ext cx="3099816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대표 live path latency / bytes probe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overview / analytics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reports / report by key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초과 시 운영 경고 가능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" y="3968496"/>
            <a:ext cx="9098280" cy="1371600"/>
          </a:xfrm>
          <a:prstGeom prst="roundRect">
            <a:avLst>
              <a:gd name="adj" fmla="val 5333"/>
            </a:avLst>
          </a:prstGeom>
          <a:solidFill>
            <a:srgbClr val="FFFDFC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279392"/>
            <a:ext cx="8549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6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guarded source change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6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recovery slice update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6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reusable module update if capability changed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6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provenance or API/server/performance metadata refresh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6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validators + smoke + optional live probe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How To Use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처음 보는 사람이 어디서 시작하면 되는지와, 변경 시 무엇을 업데이트해야 하는지 정리한다.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4572000" cy="2606040"/>
          </a:xfrm>
          <a:prstGeom prst="roundRect">
            <a:avLst>
              <a:gd name="adj" fmla="val 2807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26464"/>
            <a:ext cx="4242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Reader Path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00784"/>
            <a:ext cx="4425696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guardrails overview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reverse-spec README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reverse-and-server-introduction.md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원하는 module.md + module.manifest.json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대응 app/api/** 와 server/** 파일 확인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40680" y="1298448"/>
            <a:ext cx="4434840" cy="2606040"/>
          </a:xfrm>
          <a:prstGeom prst="roundRect">
            <a:avLst>
              <a:gd name="adj" fmla="val 2807"/>
            </a:avLst>
          </a:prstGeom>
          <a:solidFill>
            <a:srgbClr val="FFFCF8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05272" y="1426464"/>
            <a:ext cx="4105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 Rule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13832" y="1700784"/>
            <a:ext cx="4288536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화면만 바뀌면 recovery spec 갱신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재사용 capability도 바뀌면 module doc + manifest 갱신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API가 바뀌면 API Contracts / Server Touchpoints / Performance Guardrails 갱신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그 다음 validators 재실행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9536" y="4370832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시작 문서: docs/erp-reverse-platform/reverse-and-server-introduction.md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발표 파일: docs/erp-reverse-platform/erp-reverse-platform-introduction.pptx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생성 스크립트: scripts/generateErpReversePlatformIntroDeck.ts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" y="6355080"/>
            <a:ext cx="10058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 Introduction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Reverse Platform Introduction</dc:title>
  <dc:subject>ERP Reverse Platform Introduction</dc:subject>
  <dc:creator>OpenAI Codex</dc:creator>
  <cp:lastModifiedBy>OpenAI Codex</cp:lastModifiedBy>
  <cp:revision>1</cp:revision>
  <dcterms:created xsi:type="dcterms:W3CDTF">2026-04-21T11:00:35Z</dcterms:created>
  <dcterms:modified xsi:type="dcterms:W3CDTF">2026-04-21T11:00:35Z</dcterms:modified>
</cp:coreProperties>
</file>