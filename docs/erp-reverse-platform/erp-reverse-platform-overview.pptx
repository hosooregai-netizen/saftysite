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063240" cy="6858000"/>
          </a:xfrm>
          <a:prstGeom prst="rect">
            <a:avLst/>
          </a:prstGeom>
          <a:solidFill>
            <a:srgbClr val="17354A"/>
          </a:solidFill>
          <a:ln w="12700">
            <a:solidFill>
              <a:srgbClr val="1735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0" y="713232"/>
            <a:ext cx="411480" cy="5303520"/>
          </a:xfrm>
          <a:prstGeom prst="roundRect">
            <a:avLst>
              <a:gd name="adj" fmla="val 17778"/>
            </a:avLst>
          </a:prstGeom>
          <a:solidFill>
            <a:srgbClr val="B55F24"/>
          </a:solidFill>
          <a:ln w="12700">
            <a:solidFill>
              <a:srgbClr val="B55F2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547872" y="1078992"/>
            <a:ext cx="6035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7354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ERP Reverse Platform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584448" y="1691640"/>
            <a:ext cx="64008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438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복구용 reverse와 분리된, 산업 재사용용 module catalog 운영 자료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584448" y="2468880"/>
            <a:ext cx="5943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B55F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modules + adapters + industry packs + compositions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94360" y="6355080"/>
            <a:ext cx="10058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879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Generated from scripts/generateErpReversePlatformDeck.ts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11480"/>
            <a:ext cx="10058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7354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1. Layer Model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21792" y="868680"/>
            <a:ext cx="9875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6B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가드레일과 ERP reverse는 서로 다른 제품 프로그램으로 운영한다.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640080" y="1325880"/>
            <a:ext cx="2377440" cy="2011680"/>
          </a:xfrm>
          <a:prstGeom prst="roundRect">
            <a:avLst>
              <a:gd name="adj" fmla="val 3636"/>
            </a:avLst>
          </a:prstGeom>
          <a:solidFill>
            <a:srgbClr val="FFFCF8"/>
          </a:solidFill>
          <a:ln w="12700">
            <a:solidFill>
              <a:srgbClr val="D6E0E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04672" y="1453896"/>
            <a:ext cx="204825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7354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Guardrails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31520" y="1746504"/>
            <a:ext cx="2194560" cy="15179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2438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Top-level feature contract</a:t>
            </a:r>
            <a:endParaRPr lang="en-US" sz="12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2438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Recovery slice</a:t>
            </a:r>
            <a:endParaRPr lang="en-US" sz="12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2438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Smoke, hook, CI</a:t>
            </a:r>
            <a:endParaRPr lang="en-US" sz="12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2438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현재 제품 회귀 방지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246120" y="1325880"/>
            <a:ext cx="2377440" cy="2011680"/>
          </a:xfrm>
          <a:prstGeom prst="roundRect">
            <a:avLst>
              <a:gd name="adj" fmla="val 3636"/>
            </a:avLst>
          </a:prstGeom>
          <a:solidFill>
            <a:srgbClr val="FFFCF8"/>
          </a:solidFill>
          <a:ln w="12700">
            <a:solidFill>
              <a:srgbClr val="D6E0E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10712" y="1453896"/>
            <a:ext cx="204825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7354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Platform Primitives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3337560" y="1746504"/>
            <a:ext cx="2194560" cy="15179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2438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공통 shell/state/cache/output</a:t>
            </a:r>
            <a:endParaRPr lang="en-US" sz="12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2438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산업 간 재사용되는 기반 블록</a:t>
            </a:r>
            <a:endParaRPr lang="en-US" sz="12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2438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예: attachment, dashboard cache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852160" y="1325880"/>
            <a:ext cx="2377440" cy="2011680"/>
          </a:xfrm>
          <a:prstGeom prst="roundRect">
            <a:avLst>
              <a:gd name="adj" fmla="val 3636"/>
            </a:avLst>
          </a:prstGeom>
          <a:solidFill>
            <a:srgbClr val="FFFCF8"/>
          </a:solidFill>
          <a:ln w="12700">
            <a:solidFill>
              <a:srgbClr val="D6E0E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016752" y="1453896"/>
            <a:ext cx="204825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7354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Business Modules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943600" y="1746504"/>
            <a:ext cx="2194560" cy="15179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2438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사용자 목표 중심 capability</a:t>
            </a:r>
            <a:endParaRPr lang="en-US" sz="12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2438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화면명이 아니라 모듈 이름 사용</a:t>
            </a:r>
            <a:endParaRPr lang="en-US" sz="12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2438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예: periodic-report.source-sync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8458200" y="1325880"/>
            <a:ext cx="1828800" cy="2011680"/>
          </a:xfrm>
          <a:prstGeom prst="roundRect">
            <a:avLst>
              <a:gd name="adj" fmla="val 4000"/>
            </a:avLst>
          </a:prstGeom>
          <a:solidFill>
            <a:srgbClr val="FFFCF8"/>
          </a:solidFill>
          <a:ln w="12700">
            <a:solidFill>
              <a:srgbClr val="D6E0E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622792" y="1453896"/>
            <a:ext cx="149961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7354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Packs + Tenant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8549640" y="1746504"/>
            <a:ext cx="1645920" cy="15179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2438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Industry pack</a:t>
            </a:r>
            <a:endParaRPr lang="en-US" sz="12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2438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Tenant config</a:t>
            </a:r>
            <a:endParaRPr lang="en-US" sz="12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2438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조립과 변형 담당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822960" y="3840480"/>
            <a:ext cx="950976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2438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Recovery slice는 source evidence이고, reverse module은 cross-industry catalog 단위다.</a:t>
            </a:r>
            <a:endParaRPr lang="en-US" sz="15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2438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문서와 manifest를 같이 관리해야 no-code import나 조립 validator로 이어질 수 있다.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594360" y="6355080"/>
            <a:ext cx="10058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879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ERP Reverse Platform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11480"/>
            <a:ext cx="10058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7354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2. Starter Inventory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21792" y="868680"/>
            <a:ext cx="9875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6B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초기 카탈로그와 source-evidence 연결 수를 보여준다.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685800" y="1280160"/>
            <a:ext cx="2103120" cy="1828800"/>
          </a:xfrm>
          <a:prstGeom prst="roundRect">
            <a:avLst>
              <a:gd name="adj" fmla="val 4000"/>
            </a:avLst>
          </a:prstGeom>
          <a:solidFill>
            <a:srgbClr val="FFFCF8"/>
          </a:solidFill>
          <a:ln w="12700">
            <a:solidFill>
              <a:srgbClr val="D6E0E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50392" y="1408176"/>
            <a:ext cx="177393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7354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Modules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77240" y="1700784"/>
            <a:ext cx="1920240" cy="13350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2438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11 total modules</a:t>
            </a:r>
            <a:endParaRPr lang="en-US" sz="12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2438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 platform primitives</a:t>
            </a:r>
            <a:endParaRPr lang="en-US" sz="12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2438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 business modules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017520" y="1280160"/>
            <a:ext cx="2011680" cy="1828800"/>
          </a:xfrm>
          <a:prstGeom prst="roundRect">
            <a:avLst>
              <a:gd name="adj" fmla="val 4000"/>
            </a:avLst>
          </a:prstGeom>
          <a:solidFill>
            <a:srgbClr val="FFFCF8"/>
          </a:solidFill>
          <a:ln w="12700">
            <a:solidFill>
              <a:srgbClr val="D6E0E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182112" y="1408176"/>
            <a:ext cx="168249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7354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Adapters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3108960" y="1700784"/>
            <a:ext cx="1828800" cy="13350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2438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 adapter specs</a:t>
            </a:r>
            <a:endParaRPr lang="en-US" sz="12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2438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external payload normalization</a:t>
            </a:r>
            <a:endParaRPr lang="en-US" sz="12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2438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industry/system boundary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257800" y="1280160"/>
            <a:ext cx="2011680" cy="1828800"/>
          </a:xfrm>
          <a:prstGeom prst="roundRect">
            <a:avLst>
              <a:gd name="adj" fmla="val 4000"/>
            </a:avLst>
          </a:prstGeom>
          <a:solidFill>
            <a:srgbClr val="FFFCF8"/>
          </a:solidFill>
          <a:ln w="12700">
            <a:solidFill>
              <a:srgbClr val="D6E0E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22392" y="1408176"/>
            <a:ext cx="168249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7354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Industry Packs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349240" y="1700784"/>
            <a:ext cx="1828800" cy="13350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2438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 starter pack</a:t>
            </a:r>
            <a:endParaRPr lang="en-US" sz="12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2438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policy overrides</a:t>
            </a:r>
            <a:endParaRPr lang="en-US" sz="12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2438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vocabulary + compliance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7498080" y="1280160"/>
            <a:ext cx="2103120" cy="1828800"/>
          </a:xfrm>
          <a:prstGeom prst="roundRect">
            <a:avLst>
              <a:gd name="adj" fmla="val 4000"/>
            </a:avLst>
          </a:prstGeom>
          <a:solidFill>
            <a:srgbClr val="FFFCF8"/>
          </a:solidFill>
          <a:ln w="12700">
            <a:solidFill>
              <a:srgbClr val="D6E0E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662672" y="1408176"/>
            <a:ext cx="177393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7354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Compositions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7589520" y="1700784"/>
            <a:ext cx="1920240" cy="13350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2438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 product composition</a:t>
            </a:r>
            <a:endParaRPr lang="en-US" sz="12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2438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navigation + tenant bindings</a:t>
            </a:r>
            <a:endParaRPr lang="en-US" sz="12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2438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import-ready manifest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85800" y="3474720"/>
            <a:ext cx="8915400" cy="1828800"/>
          </a:xfrm>
          <a:prstGeom prst="roundRect">
            <a:avLst>
              <a:gd name="adj" fmla="val 4000"/>
            </a:avLst>
          </a:prstGeom>
          <a:solidFill>
            <a:srgbClr val="FFFCF8"/>
          </a:solidFill>
          <a:ln w="12700">
            <a:solidFill>
              <a:srgbClr val="D6E0E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50392" y="3602736"/>
            <a:ext cx="858621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7354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Provenance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777240" y="3895344"/>
            <a:ext cx="8732520" cy="13350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2438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 recovery-slice links</a:t>
            </a:r>
            <a:endParaRPr lang="en-US" sz="12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2438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changed source slices can mark downstream modules as review-needed</a:t>
            </a:r>
            <a:endParaRPr lang="en-US" sz="12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2438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crosswalk stays stable even if current route/file structure changes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94360" y="6355080"/>
            <a:ext cx="10058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879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ERP Reverse Platform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11480"/>
            <a:ext cx="10058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7354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3. Lifecycle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21792" y="868680"/>
            <a:ext cx="9875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6B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지속가능성은 validator와 provenance map까지 묶여야 생긴다.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731520" y="1325880"/>
            <a:ext cx="9509760" cy="4480560"/>
          </a:xfrm>
          <a:prstGeom prst="roundRect">
            <a:avLst>
              <a:gd name="adj" fmla="val 1633"/>
            </a:avLst>
          </a:prstGeom>
          <a:solidFill>
            <a:srgbClr val="FFFDFC"/>
          </a:solidFill>
          <a:ln w="12700">
            <a:solidFill>
              <a:srgbClr val="D6E0E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87552" y="1645920"/>
            <a:ext cx="896112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43846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guarded source change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43846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-&gt; feature contract metadata resolves recovery slice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43846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-&gt; provenance map resolves reverse modules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43846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-&gt; validate:erp-reverse-platform checks doc + manifest + mapping freshness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43846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reverse authoring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43846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-&gt; module.md + module.manifest.json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43846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-&gt; adapter / pack / composition specs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43846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-&gt; publish only after sourceSlices + override surfaces validate cleanly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94360" y="6355080"/>
            <a:ext cx="10058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879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ERP Reverse Platform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ERP Reverse Platform Overview</dc:title>
  <dc:subject>ERP Reverse Platform Overview</dc:subject>
  <dc:creator>OpenAI Codex</dc:creator>
  <cp:lastModifiedBy>OpenAI Codex</cp:lastModifiedBy>
  <cp:revision>1</cp:revision>
  <dcterms:created xsi:type="dcterms:W3CDTF">2026-04-21T10:50:36Z</dcterms:created>
  <dcterms:modified xsi:type="dcterms:W3CDTF">2026-04-21T10:50:36Z</dcterms:modified>
</cp:coreProperties>
</file>