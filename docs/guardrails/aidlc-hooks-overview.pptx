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88920" y="658368"/>
            <a:ext cx="420624" cy="5120640"/>
          </a:xfrm>
          <a:prstGeom prst="roundRect">
            <a:avLst>
              <a:gd name="adj" fmla="val 17391"/>
            </a:avLst>
          </a:prstGeom>
          <a:solidFill>
            <a:srgbClr val="C87224"/>
          </a:solidFill>
          <a:ln w="12700">
            <a:solidFill>
              <a:srgbClr val="C872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11880" y="10058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AIDLC Hook Runtime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39312" y="1627632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pre-commit / pre-push / CI가 어떤 변경을 어떻게 막는지 설명하는 운영 자료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39312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saftysite-real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39312" y="2697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2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Staged snapshot + push ref diff + full smoke fallback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scripts/generateAidlcHooksOverviewDeck.ts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이번 개선 요약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contracts 19개, smoke ids 19개 기준으로 local hook과 CI를 정렬했다.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200400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9961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Pre-commit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10512"/>
            <a:ext cx="299923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tree가 아니라 staged snapshot 기준으로 verify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부분 staging과 미저장 작업이 섞여도 판정이 일관적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config 변경 시 전체 validate + audit 수행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371600"/>
            <a:ext cx="3200400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3672" y="1499616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Pre-push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60520" y="1810512"/>
            <a:ext cx="299923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실제 push ref stdin을 읽어 diff 범위를 계산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브랜치 push와 다른 대상 ref push를 더 정확히 판정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metadata/harness/runner 변경 시 전체 smoke set 실행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37160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672" y="14996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 Alignment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9520" y="1810512"/>
            <a:ext cx="254203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로컬 훅과 같은 verify script를 재사용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변경 파일 전달형 실행을 유지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로컬 우회가 있어도 main 보호선 유지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핵심은 guarded source만이 아니라 metadata/harness/runner 같은 guardrail 자체 변경도 놓치지 않는 것이다.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로컬 개발 속도는 유지하면서도 잘못된 diff 범위 계산과 unstaged noise 때문에 생기던 오검출을 줄였다.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Hook Runtime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pre-commit 동작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커밋 대상 snapshot을 잠깐 고정한 뒤 verify:aidlc를 실행한다.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4572000" cy="3749040"/>
          </a:xfrm>
          <a:prstGeom prst="roundRect">
            <a:avLst>
              <a:gd name="adj" fmla="val 1951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45336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현재 흐름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4370832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unstaged/untracked 변경이 있으면 `git stash --keep-index --include-untracked`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staged index만 남긴 상태에서 `npm run verify:aidlc`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종료 후 stash를 자동 복원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복원 실패 시 stash 재적용 안내로 종료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4572000" cy="3749040"/>
          </a:xfrm>
          <a:prstGeom prst="roundRect">
            <a:avLst>
              <a:gd name="adj" fmla="val 1951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1545336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왜 필요한가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856232"/>
            <a:ext cx="4370832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부분 staging 중인 파일 때문에 typecheck/audit가 흔들리지 않게 한다.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“지금 커밋하려는 것”과 “작업 중인 것”을 분리해 판정한다.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guarded source 삭제도 diff-filter에 포함해 companion 누락을 더 빨리 잡는다.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Hook Runtime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pre-push 동작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Git이 넘겨주는 ref update stdin을 읽어 실제 push 범위를 계산한다.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9875520" cy="2011680"/>
          </a:xfrm>
          <a:prstGeom prst="roundRect">
            <a:avLst>
              <a:gd name="adj" fmla="val 3636"/>
            </a:avLst>
          </a:prstGeom>
          <a:solidFill>
            <a:srgbClr val="FFFDFC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27632"/>
            <a:ext cx="9235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pre-push stdin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local ref / local oid / remote ref / remote oid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-&gt; updated ref별 changed files 계산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-&gt; guarded source면 metadata 기반 targeted smoke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-&gt; metadata or smoke runner config면 full smoke set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2304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-&gt; local app reachability 확인 후 Playwright smoke 실행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703320"/>
            <a:ext cx="4389120" cy="1645920"/>
          </a:xfrm>
          <a:prstGeom prst="roundRect">
            <a:avLst>
              <a:gd name="adj" fmla="val 4444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831336"/>
            <a:ext cx="4059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일반 push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142232"/>
            <a:ext cx="418795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`remoteOid..localOid` diff로 필요한 smoke id만 수집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smoke가 하나라도 있으면 `auth`도 같이 포함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3703320"/>
            <a:ext cx="4572000" cy="1645920"/>
          </a:xfrm>
          <a:prstGeom prst="roundRect">
            <a:avLst>
              <a:gd name="adj" fmla="val 4444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05272" y="3831336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새 ref push / config 변경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32120" y="4142232"/>
            <a:ext cx="437083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oid가 없으면 remote에 없는 commit 집합에서 파일을 합산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metadata/harness/runner 변경이면 전체 smoke set으로 안전하게 승격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Hook Runtime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guardrail 자체를 바꿀 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소스가 아니라 메타데이터와 smoke harness/runner만 바뀌어도 훅이 그냥 지나가지 않게 만들었다.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45336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validation 대상으로 보는 파일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4370832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`tests/client/contracts/featureContractMetadata.json`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`tests/client/contracts/*.ts`, `tests/client/featureContracts.ts`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`tests/client/fixtures/*SmokeHarness.ts`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`tests/client/runSmoke.ts`, `scripts/smoke*.ts`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4572000" cy="3566160"/>
          </a:xfrm>
          <a:prstGeom prst="roundRect">
            <a:avLst>
              <a:gd name="adj" fmla="val 2051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1545336"/>
            <a:ext cx="4242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의미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856232"/>
            <a:ext cx="4370832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guarded source가 없어도 `tsc`, recovery validation, ERP reverse validation은 돈다.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필요할 때는 admin/ERP audit를 둘 다 태워서 drift를 줄인다.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pre-push는 smoke mapping layer가 바뀌면 targeted smoke 대신 full smoke로 승격한다.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Hook Runtime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관련 파일 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훅 동작은 네 개의 파일 묶음으로 보면 가장 빠르게 이해된다.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5389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Hook 진입점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64792"/>
            <a:ext cx="446227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`.githooks/pre-commit`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`.githooks/pre-push`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`scripts/installGitHooks.mjs`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132588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0992" y="145389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판정 로직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77840" y="1764792"/>
            <a:ext cx="446227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`scripts/verifyAidlc.mjs`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`scripts/verifyAidlcPush.mjs`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`scripts/aidlcHookUtils.mjs`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64845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계약과 metadata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959352"/>
            <a:ext cx="446227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`scripts/aidlcContractMetadata.mjs`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`tests/client/contracts/featureContractMetadata.json`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`tests/client/featureContracts.ts`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0" y="3520440"/>
            <a:ext cx="4663440" cy="192024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 w="12700">
            <a:solidFill>
              <a:srgbClr val="D7E0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0992" y="3648456"/>
            <a:ext cx="4334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실행 증거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959352"/>
            <a:ext cx="446227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`tests/client/runSmoke.ts`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`tests/client/fixtures/*SmokeHarness.ts`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`.github/workflows/aidlc.yml`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Hook Runtime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운영 체크리스트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새 feature보다 중요한 것은 hook과 metadata가 같은 판단을 하도록 유지하는 것이다.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9601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guarded source를 건드렸다면 proof/doc/reverse spec이 같이 staged 되었는지 본다.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contract metadata나 smoke harness를 바꿨다면 targeted smoke가 아니라 full smoke까지 각오한다.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다른 branch/ref로 push할 때도 pre-push가 실제 stdin ref를 읽는다는 전제를 유지한다.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local hook을 우회할 수 있어도 CI가 같은 verify script를 다시 돌린다는 점을 문서에 남긴다.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hook을 더 바꿀 때는 `tests/scripts/aidlcHookUtils.test.mjs` 같은 순수 규칙 테스트도 같이 갱신한다.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AIDLC Hook Runtime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참고 파일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자세한 설명은 Markdown 설명서와 generator를 같이 본다.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9326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docs/guardrails/aidlc-hooks-overview.md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scripts/generateAidlcHooksOverviewDeck.ts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scripts/aidlcHookUtils.mjs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scripts/verifyAidlc.mjs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scripts/verifyAidlcPush.mjs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.githooks/pre-commit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.githooks/pre-push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355080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from scripts/generateAidlcHooksOverviewDeck.ts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AIDLC Hook Runtime</dc:title>
  <dc:subject>AIDLC hook runtime overview</dc:subject>
  <dc:creator>Codex</dc:creator>
  <cp:lastModifiedBy>Codex</cp:lastModifiedBy>
  <cp:revision>1</cp:revision>
  <dcterms:created xsi:type="dcterms:W3CDTF">2026-04-21T11:21:28Z</dcterms:created>
  <dcterms:modified xsi:type="dcterms:W3CDTF">2026-04-21T11:21:28Z</dcterms:modified>
</cp:coreProperties>
</file>